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Meaning of Art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Introduction to the concept of art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C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What is Art?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involves communication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expresses emotions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involves creative imagination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CC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Definitions of 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involves imitation of nature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involves beauty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tells history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involves higher and more critical thinking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4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Ghanaian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Design and craft are considered art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Art is a way of life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B59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Activity 1.1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Activity Instructions: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Observe artworks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Describe your observations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BC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Activity 1.2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Activity Instructions: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Examine Figure 1.1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Note your observations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Assessment Questions: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involves communication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expresses emotions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Art involves creative imagination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Takeaways: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Art is a way of life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Art involves various forms of expression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Image Example</a:t>
            </a:r>
            <a:endParaRPr lang="en-US" sz="2400" dirty="0"/>
          </a:p>
        </p:txBody>
      </p:sp>
      <p:pic>
        <p:nvPicPr>
          <p:cNvPr id="3" name="Image 0" descr="https://example.com/ghanaian-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371600"/>
            <a:ext cx="54864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Example of Ghanaian art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49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Understanding the meaning of art is essential to appreciating its role in Ghanaian culture.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2025-09-05T14:56:33Z</dcterms:created>
  <dcterms:modified xsi:type="dcterms:W3CDTF">2025-09-05T14:56:33Z</dcterms:modified>
</cp:coreProperties>
</file>